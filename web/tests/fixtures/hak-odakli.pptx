
<file path=[Content_Types].xml><?xml version="1.0" encoding="utf-8"?>
<Types xmlns="http://schemas.openxmlformats.org/package/2006/content-types">
  <Default Extension="xml" ContentType="application/xml"/>
</Types>
</file>

<file path=ppt/presentation.xml><?xml version="1.0" encoding="utf-8"?>
<p:presentation xmlns:p="http://schemas.openxmlformats.org/presentationml/2006/main"/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Hak Odaklı Habercilik</a:t>
            </a:r>
          </a:p>
        </p:txBody>
      </p:sp>
      <p:sp>
        <p:txBody>
          <a:p>
            <a:r>
              <a:t>Giriş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Nefret söylemi &amp; ayrımcılık</a:t>
            </a:r>
          </a:p>
        </p:txBody>
      </p:sp>
      <p:sp>
        <p:txBody>
          <a:p>
            <a:r>
              <a:t>Haberde dil seçimi önemlidir.</a:t>
            </a:r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Onuncu slayt: Özet</a:t>
            </a:r>
          </a:p>
        </p:txBody>
      </p:sp>
    </p:spTree>
  </p:cSld>
</p:sld>
</file>